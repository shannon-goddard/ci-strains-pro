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753600" cy="28765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AA6D"/>
    <a:srgbClr val="22FAAD"/>
    <a:srgbClr val="FB5592"/>
    <a:srgbClr val="0266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0" y="6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470769"/>
            <a:ext cx="7315200" cy="1001466"/>
          </a:xfrm>
        </p:spPr>
        <p:txBody>
          <a:bodyPr anchor="b"/>
          <a:lstStyle>
            <a:lvl1pPr algn="ctr">
              <a:defRPr sz="25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1510855"/>
            <a:ext cx="7315200" cy="694500"/>
          </a:xfrm>
        </p:spPr>
        <p:txBody>
          <a:bodyPr/>
          <a:lstStyle>
            <a:lvl1pPr marL="0" indent="0" algn="ctr">
              <a:buNone/>
              <a:defRPr sz="1007"/>
            </a:lvl1pPr>
            <a:lvl2pPr marL="191750" indent="0" algn="ctr">
              <a:buNone/>
              <a:defRPr sz="839"/>
            </a:lvl2pPr>
            <a:lvl3pPr marL="383499" indent="0" algn="ctr">
              <a:buNone/>
              <a:defRPr sz="755"/>
            </a:lvl3pPr>
            <a:lvl4pPr marL="575249" indent="0" algn="ctr">
              <a:buNone/>
              <a:defRPr sz="671"/>
            </a:lvl4pPr>
            <a:lvl5pPr marL="766999" indent="0" algn="ctr">
              <a:buNone/>
              <a:defRPr sz="671"/>
            </a:lvl5pPr>
            <a:lvl6pPr marL="958748" indent="0" algn="ctr">
              <a:buNone/>
              <a:defRPr sz="671"/>
            </a:lvl6pPr>
            <a:lvl7pPr marL="1150498" indent="0" algn="ctr">
              <a:buNone/>
              <a:defRPr sz="671"/>
            </a:lvl7pPr>
            <a:lvl8pPr marL="1342248" indent="0" algn="ctr">
              <a:buNone/>
              <a:defRPr sz="671"/>
            </a:lvl8pPr>
            <a:lvl9pPr marL="1533997" indent="0" algn="ctr">
              <a:buNone/>
              <a:defRPr sz="67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319-7A36-4FA9-8342-838AE9EE069D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D37B-68AF-4433-8CF4-2BE166E3C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1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319-7A36-4FA9-8342-838AE9EE069D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D37B-68AF-4433-8CF4-2BE166E3C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19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480" y="717140"/>
            <a:ext cx="8412480" cy="1196565"/>
          </a:xfrm>
        </p:spPr>
        <p:txBody>
          <a:bodyPr anchor="b"/>
          <a:lstStyle>
            <a:lvl1pPr>
              <a:defRPr sz="25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80" y="1925025"/>
            <a:ext cx="8412480" cy="629245"/>
          </a:xfrm>
        </p:spPr>
        <p:txBody>
          <a:bodyPr/>
          <a:lstStyle>
            <a:lvl1pPr marL="0" indent="0">
              <a:buNone/>
              <a:defRPr sz="1007">
                <a:solidFill>
                  <a:schemeClr val="tx1">
                    <a:tint val="75000"/>
                  </a:schemeClr>
                </a:solidFill>
              </a:defRPr>
            </a:lvl1pPr>
            <a:lvl2pPr marL="191750" indent="0">
              <a:buNone/>
              <a:defRPr sz="839">
                <a:solidFill>
                  <a:schemeClr val="tx1">
                    <a:tint val="75000"/>
                  </a:schemeClr>
                </a:solidFill>
              </a:defRPr>
            </a:lvl2pPr>
            <a:lvl3pPr marL="383499" indent="0">
              <a:buNone/>
              <a:defRPr sz="755">
                <a:solidFill>
                  <a:schemeClr val="tx1">
                    <a:tint val="75000"/>
                  </a:schemeClr>
                </a:solidFill>
              </a:defRPr>
            </a:lvl3pPr>
            <a:lvl4pPr marL="575249" indent="0">
              <a:buNone/>
              <a:defRPr sz="671">
                <a:solidFill>
                  <a:schemeClr val="tx1">
                    <a:tint val="75000"/>
                  </a:schemeClr>
                </a:solidFill>
              </a:defRPr>
            </a:lvl4pPr>
            <a:lvl5pPr marL="766999" indent="0">
              <a:buNone/>
              <a:defRPr sz="671">
                <a:solidFill>
                  <a:schemeClr val="tx1">
                    <a:tint val="75000"/>
                  </a:schemeClr>
                </a:solidFill>
              </a:defRPr>
            </a:lvl5pPr>
            <a:lvl6pPr marL="958748" indent="0">
              <a:buNone/>
              <a:defRPr sz="671">
                <a:solidFill>
                  <a:schemeClr val="tx1">
                    <a:tint val="75000"/>
                  </a:schemeClr>
                </a:solidFill>
              </a:defRPr>
            </a:lvl6pPr>
            <a:lvl7pPr marL="1150498" indent="0">
              <a:buNone/>
              <a:defRPr sz="671">
                <a:solidFill>
                  <a:schemeClr val="tx1">
                    <a:tint val="75000"/>
                  </a:schemeClr>
                </a:solidFill>
              </a:defRPr>
            </a:lvl7pPr>
            <a:lvl8pPr marL="1342248" indent="0">
              <a:buNone/>
              <a:defRPr sz="671">
                <a:solidFill>
                  <a:schemeClr val="tx1">
                    <a:tint val="75000"/>
                  </a:schemeClr>
                </a:solidFill>
              </a:defRPr>
            </a:lvl8pPr>
            <a:lvl9pPr marL="1533997" indent="0">
              <a:buNone/>
              <a:defRPr sz="6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319-7A36-4FA9-8342-838AE9EE069D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D37B-68AF-4433-8CF4-2BE166E3C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99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765748"/>
            <a:ext cx="4145280" cy="1825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7760" y="765748"/>
            <a:ext cx="4145280" cy="1825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319-7A36-4FA9-8342-838AE9EE069D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D37B-68AF-4433-8CF4-2BE166E3C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14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153150"/>
            <a:ext cx="8412480" cy="55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1831" y="705155"/>
            <a:ext cx="4126230" cy="345585"/>
          </a:xfrm>
        </p:spPr>
        <p:txBody>
          <a:bodyPr anchor="b"/>
          <a:lstStyle>
            <a:lvl1pPr marL="0" indent="0">
              <a:buNone/>
              <a:defRPr sz="1007" b="1"/>
            </a:lvl1pPr>
            <a:lvl2pPr marL="191750" indent="0">
              <a:buNone/>
              <a:defRPr sz="839" b="1"/>
            </a:lvl2pPr>
            <a:lvl3pPr marL="383499" indent="0">
              <a:buNone/>
              <a:defRPr sz="755" b="1"/>
            </a:lvl3pPr>
            <a:lvl4pPr marL="575249" indent="0">
              <a:buNone/>
              <a:defRPr sz="671" b="1"/>
            </a:lvl4pPr>
            <a:lvl5pPr marL="766999" indent="0">
              <a:buNone/>
              <a:defRPr sz="671" b="1"/>
            </a:lvl5pPr>
            <a:lvl6pPr marL="958748" indent="0">
              <a:buNone/>
              <a:defRPr sz="671" b="1"/>
            </a:lvl6pPr>
            <a:lvl7pPr marL="1150498" indent="0">
              <a:buNone/>
              <a:defRPr sz="671" b="1"/>
            </a:lvl7pPr>
            <a:lvl8pPr marL="1342248" indent="0">
              <a:buNone/>
              <a:defRPr sz="671" b="1"/>
            </a:lvl8pPr>
            <a:lvl9pPr marL="1533997" indent="0">
              <a:buNone/>
              <a:defRPr sz="6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831" y="1050740"/>
            <a:ext cx="4126230" cy="1545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7760" y="705155"/>
            <a:ext cx="4146550" cy="345585"/>
          </a:xfrm>
        </p:spPr>
        <p:txBody>
          <a:bodyPr anchor="b"/>
          <a:lstStyle>
            <a:lvl1pPr marL="0" indent="0">
              <a:buNone/>
              <a:defRPr sz="1007" b="1"/>
            </a:lvl1pPr>
            <a:lvl2pPr marL="191750" indent="0">
              <a:buNone/>
              <a:defRPr sz="839" b="1"/>
            </a:lvl2pPr>
            <a:lvl3pPr marL="383499" indent="0">
              <a:buNone/>
              <a:defRPr sz="755" b="1"/>
            </a:lvl3pPr>
            <a:lvl4pPr marL="575249" indent="0">
              <a:buNone/>
              <a:defRPr sz="671" b="1"/>
            </a:lvl4pPr>
            <a:lvl5pPr marL="766999" indent="0">
              <a:buNone/>
              <a:defRPr sz="671" b="1"/>
            </a:lvl5pPr>
            <a:lvl6pPr marL="958748" indent="0">
              <a:buNone/>
              <a:defRPr sz="671" b="1"/>
            </a:lvl6pPr>
            <a:lvl7pPr marL="1150498" indent="0">
              <a:buNone/>
              <a:defRPr sz="671" b="1"/>
            </a:lvl7pPr>
            <a:lvl8pPr marL="1342248" indent="0">
              <a:buNone/>
              <a:defRPr sz="671" b="1"/>
            </a:lvl8pPr>
            <a:lvl9pPr marL="1533997" indent="0">
              <a:buNone/>
              <a:defRPr sz="6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7760" y="1050740"/>
            <a:ext cx="4146550" cy="1545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319-7A36-4FA9-8342-838AE9EE069D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D37B-68AF-4433-8CF4-2BE166E3C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03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319-7A36-4FA9-8342-838AE9EE069D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D37B-68AF-4433-8CF4-2BE166E3C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17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319-7A36-4FA9-8342-838AE9EE069D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D37B-68AF-4433-8CF4-2BE166E3C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51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1" y="191770"/>
            <a:ext cx="3145790" cy="671195"/>
          </a:xfrm>
        </p:spPr>
        <p:txBody>
          <a:bodyPr anchor="b"/>
          <a:lstStyle>
            <a:lvl1pPr>
              <a:defRPr sz="13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6550" y="414170"/>
            <a:ext cx="4937760" cy="2044215"/>
          </a:xfrm>
        </p:spPr>
        <p:txBody>
          <a:bodyPr/>
          <a:lstStyle>
            <a:lvl1pPr>
              <a:defRPr sz="1342"/>
            </a:lvl1pPr>
            <a:lvl2pPr>
              <a:defRPr sz="1174"/>
            </a:lvl2pPr>
            <a:lvl3pPr>
              <a:defRPr sz="1007"/>
            </a:lvl3pPr>
            <a:lvl4pPr>
              <a:defRPr sz="839"/>
            </a:lvl4pPr>
            <a:lvl5pPr>
              <a:defRPr sz="839"/>
            </a:lvl5pPr>
            <a:lvl6pPr>
              <a:defRPr sz="839"/>
            </a:lvl6pPr>
            <a:lvl7pPr>
              <a:defRPr sz="839"/>
            </a:lvl7pPr>
            <a:lvl8pPr>
              <a:defRPr sz="839"/>
            </a:lvl8pPr>
            <a:lvl9pPr>
              <a:defRPr sz="8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1" y="862965"/>
            <a:ext cx="3145790" cy="1598749"/>
          </a:xfrm>
        </p:spPr>
        <p:txBody>
          <a:bodyPr/>
          <a:lstStyle>
            <a:lvl1pPr marL="0" indent="0">
              <a:buNone/>
              <a:defRPr sz="671"/>
            </a:lvl1pPr>
            <a:lvl2pPr marL="191750" indent="0">
              <a:buNone/>
              <a:defRPr sz="587"/>
            </a:lvl2pPr>
            <a:lvl3pPr marL="383499" indent="0">
              <a:buNone/>
              <a:defRPr sz="503"/>
            </a:lvl3pPr>
            <a:lvl4pPr marL="575249" indent="0">
              <a:buNone/>
              <a:defRPr sz="419"/>
            </a:lvl4pPr>
            <a:lvl5pPr marL="766999" indent="0">
              <a:buNone/>
              <a:defRPr sz="419"/>
            </a:lvl5pPr>
            <a:lvl6pPr marL="958748" indent="0">
              <a:buNone/>
              <a:defRPr sz="419"/>
            </a:lvl6pPr>
            <a:lvl7pPr marL="1150498" indent="0">
              <a:buNone/>
              <a:defRPr sz="419"/>
            </a:lvl7pPr>
            <a:lvl8pPr marL="1342248" indent="0">
              <a:buNone/>
              <a:defRPr sz="419"/>
            </a:lvl8pPr>
            <a:lvl9pPr marL="1533997" indent="0">
              <a:buNone/>
              <a:defRPr sz="4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319-7A36-4FA9-8342-838AE9EE069D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D37B-68AF-4433-8CF4-2BE166E3C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54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1" y="191770"/>
            <a:ext cx="3145790" cy="671195"/>
          </a:xfrm>
        </p:spPr>
        <p:txBody>
          <a:bodyPr anchor="b"/>
          <a:lstStyle>
            <a:lvl1pPr>
              <a:defRPr sz="134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6550" y="414170"/>
            <a:ext cx="4937760" cy="2044215"/>
          </a:xfrm>
        </p:spPr>
        <p:txBody>
          <a:bodyPr anchor="t"/>
          <a:lstStyle>
            <a:lvl1pPr marL="0" indent="0">
              <a:buNone/>
              <a:defRPr sz="1342"/>
            </a:lvl1pPr>
            <a:lvl2pPr marL="191750" indent="0">
              <a:buNone/>
              <a:defRPr sz="1174"/>
            </a:lvl2pPr>
            <a:lvl3pPr marL="383499" indent="0">
              <a:buNone/>
              <a:defRPr sz="1007"/>
            </a:lvl3pPr>
            <a:lvl4pPr marL="575249" indent="0">
              <a:buNone/>
              <a:defRPr sz="839"/>
            </a:lvl4pPr>
            <a:lvl5pPr marL="766999" indent="0">
              <a:buNone/>
              <a:defRPr sz="839"/>
            </a:lvl5pPr>
            <a:lvl6pPr marL="958748" indent="0">
              <a:buNone/>
              <a:defRPr sz="839"/>
            </a:lvl6pPr>
            <a:lvl7pPr marL="1150498" indent="0">
              <a:buNone/>
              <a:defRPr sz="839"/>
            </a:lvl7pPr>
            <a:lvl8pPr marL="1342248" indent="0">
              <a:buNone/>
              <a:defRPr sz="839"/>
            </a:lvl8pPr>
            <a:lvl9pPr marL="1533997" indent="0">
              <a:buNone/>
              <a:defRPr sz="83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1" y="862965"/>
            <a:ext cx="3145790" cy="1598749"/>
          </a:xfrm>
        </p:spPr>
        <p:txBody>
          <a:bodyPr/>
          <a:lstStyle>
            <a:lvl1pPr marL="0" indent="0">
              <a:buNone/>
              <a:defRPr sz="671"/>
            </a:lvl1pPr>
            <a:lvl2pPr marL="191750" indent="0">
              <a:buNone/>
              <a:defRPr sz="587"/>
            </a:lvl2pPr>
            <a:lvl3pPr marL="383499" indent="0">
              <a:buNone/>
              <a:defRPr sz="503"/>
            </a:lvl3pPr>
            <a:lvl4pPr marL="575249" indent="0">
              <a:buNone/>
              <a:defRPr sz="419"/>
            </a:lvl4pPr>
            <a:lvl5pPr marL="766999" indent="0">
              <a:buNone/>
              <a:defRPr sz="419"/>
            </a:lvl5pPr>
            <a:lvl6pPr marL="958748" indent="0">
              <a:buNone/>
              <a:defRPr sz="419"/>
            </a:lvl6pPr>
            <a:lvl7pPr marL="1150498" indent="0">
              <a:buNone/>
              <a:defRPr sz="419"/>
            </a:lvl7pPr>
            <a:lvl8pPr marL="1342248" indent="0">
              <a:buNone/>
              <a:defRPr sz="419"/>
            </a:lvl8pPr>
            <a:lvl9pPr marL="1533997" indent="0">
              <a:buNone/>
              <a:defRPr sz="4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319-7A36-4FA9-8342-838AE9EE069D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D37B-68AF-4433-8CF4-2BE166E3C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73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319-7A36-4FA9-8342-838AE9EE069D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D37B-68AF-4433-8CF4-2BE166E3C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581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9920" y="153150"/>
            <a:ext cx="2103120" cy="24377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560" y="153150"/>
            <a:ext cx="6187440" cy="24377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5319-7A36-4FA9-8342-838AE9EE069D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FD37B-68AF-4433-8CF4-2BE166E3C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93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153150"/>
            <a:ext cx="8412480" cy="55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60" y="765748"/>
            <a:ext cx="8412480" cy="1825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560" y="2666136"/>
            <a:ext cx="2194560" cy="153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95319-7A36-4FA9-8342-838AE9EE069D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0880" y="2666136"/>
            <a:ext cx="3291840" cy="153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8480" y="2666136"/>
            <a:ext cx="2194560" cy="153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FD37B-68AF-4433-8CF4-2BE166E3C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8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83499" rtl="0" eaLnBrk="1" latinLnBrk="0" hangingPunct="1">
        <a:lnSpc>
          <a:spcPct val="90000"/>
        </a:lnSpc>
        <a:spcBef>
          <a:spcPct val="0"/>
        </a:spcBef>
        <a:buNone/>
        <a:defRPr sz="18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875" indent="-95875" algn="l" defTabSz="383499" rtl="0" eaLnBrk="1" latinLnBrk="0" hangingPunct="1">
        <a:lnSpc>
          <a:spcPct val="90000"/>
        </a:lnSpc>
        <a:spcBef>
          <a:spcPts val="419"/>
        </a:spcBef>
        <a:buFont typeface="Arial" panose="020B0604020202020204" pitchFamily="34" charset="0"/>
        <a:buChar char="•"/>
        <a:defRPr sz="1174" kern="1200">
          <a:solidFill>
            <a:schemeClr val="tx1"/>
          </a:solidFill>
          <a:latin typeface="+mn-lt"/>
          <a:ea typeface="+mn-ea"/>
          <a:cs typeface="+mn-cs"/>
        </a:defRPr>
      </a:lvl1pPr>
      <a:lvl2pPr marL="287625" indent="-95875" algn="l" defTabSz="383499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7" kern="1200">
          <a:solidFill>
            <a:schemeClr val="tx1"/>
          </a:solidFill>
          <a:latin typeface="+mn-lt"/>
          <a:ea typeface="+mn-ea"/>
          <a:cs typeface="+mn-cs"/>
        </a:defRPr>
      </a:lvl2pPr>
      <a:lvl3pPr marL="479374" indent="-95875" algn="l" defTabSz="383499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39" kern="1200">
          <a:solidFill>
            <a:schemeClr val="tx1"/>
          </a:solidFill>
          <a:latin typeface="+mn-lt"/>
          <a:ea typeface="+mn-ea"/>
          <a:cs typeface="+mn-cs"/>
        </a:defRPr>
      </a:lvl3pPr>
      <a:lvl4pPr marL="671124" indent="-95875" algn="l" defTabSz="383499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5" kern="1200">
          <a:solidFill>
            <a:schemeClr val="tx1"/>
          </a:solidFill>
          <a:latin typeface="+mn-lt"/>
          <a:ea typeface="+mn-ea"/>
          <a:cs typeface="+mn-cs"/>
        </a:defRPr>
      </a:lvl4pPr>
      <a:lvl5pPr marL="862874" indent="-95875" algn="l" defTabSz="383499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5" kern="1200">
          <a:solidFill>
            <a:schemeClr val="tx1"/>
          </a:solidFill>
          <a:latin typeface="+mn-lt"/>
          <a:ea typeface="+mn-ea"/>
          <a:cs typeface="+mn-cs"/>
        </a:defRPr>
      </a:lvl5pPr>
      <a:lvl6pPr marL="1054623" indent="-95875" algn="l" defTabSz="383499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5" kern="1200">
          <a:solidFill>
            <a:schemeClr val="tx1"/>
          </a:solidFill>
          <a:latin typeface="+mn-lt"/>
          <a:ea typeface="+mn-ea"/>
          <a:cs typeface="+mn-cs"/>
        </a:defRPr>
      </a:lvl6pPr>
      <a:lvl7pPr marL="1246373" indent="-95875" algn="l" defTabSz="383499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5" kern="1200">
          <a:solidFill>
            <a:schemeClr val="tx1"/>
          </a:solidFill>
          <a:latin typeface="+mn-lt"/>
          <a:ea typeface="+mn-ea"/>
          <a:cs typeface="+mn-cs"/>
        </a:defRPr>
      </a:lvl7pPr>
      <a:lvl8pPr marL="1438123" indent="-95875" algn="l" defTabSz="383499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5" kern="1200">
          <a:solidFill>
            <a:schemeClr val="tx1"/>
          </a:solidFill>
          <a:latin typeface="+mn-lt"/>
          <a:ea typeface="+mn-ea"/>
          <a:cs typeface="+mn-cs"/>
        </a:defRPr>
      </a:lvl8pPr>
      <a:lvl9pPr marL="1629872" indent="-95875" algn="l" defTabSz="383499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499" rtl="0" eaLnBrk="1" latinLnBrk="0" hangingPunct="1">
        <a:defRPr sz="755" kern="1200">
          <a:solidFill>
            <a:schemeClr val="tx1"/>
          </a:solidFill>
          <a:latin typeface="+mn-lt"/>
          <a:ea typeface="+mn-ea"/>
          <a:cs typeface="+mn-cs"/>
        </a:defRPr>
      </a:lvl1pPr>
      <a:lvl2pPr marL="191750" algn="l" defTabSz="383499" rtl="0" eaLnBrk="1" latinLnBrk="0" hangingPunct="1">
        <a:defRPr sz="755" kern="1200">
          <a:solidFill>
            <a:schemeClr val="tx1"/>
          </a:solidFill>
          <a:latin typeface="+mn-lt"/>
          <a:ea typeface="+mn-ea"/>
          <a:cs typeface="+mn-cs"/>
        </a:defRPr>
      </a:lvl2pPr>
      <a:lvl3pPr marL="383499" algn="l" defTabSz="383499" rtl="0" eaLnBrk="1" latinLnBrk="0" hangingPunct="1">
        <a:defRPr sz="755" kern="1200">
          <a:solidFill>
            <a:schemeClr val="tx1"/>
          </a:solidFill>
          <a:latin typeface="+mn-lt"/>
          <a:ea typeface="+mn-ea"/>
          <a:cs typeface="+mn-cs"/>
        </a:defRPr>
      </a:lvl3pPr>
      <a:lvl4pPr marL="575249" algn="l" defTabSz="383499" rtl="0" eaLnBrk="1" latinLnBrk="0" hangingPunct="1">
        <a:defRPr sz="755" kern="1200">
          <a:solidFill>
            <a:schemeClr val="tx1"/>
          </a:solidFill>
          <a:latin typeface="+mn-lt"/>
          <a:ea typeface="+mn-ea"/>
          <a:cs typeface="+mn-cs"/>
        </a:defRPr>
      </a:lvl4pPr>
      <a:lvl5pPr marL="766999" algn="l" defTabSz="383499" rtl="0" eaLnBrk="1" latinLnBrk="0" hangingPunct="1">
        <a:defRPr sz="755" kern="1200">
          <a:solidFill>
            <a:schemeClr val="tx1"/>
          </a:solidFill>
          <a:latin typeface="+mn-lt"/>
          <a:ea typeface="+mn-ea"/>
          <a:cs typeface="+mn-cs"/>
        </a:defRPr>
      </a:lvl5pPr>
      <a:lvl6pPr marL="958748" algn="l" defTabSz="383499" rtl="0" eaLnBrk="1" latinLnBrk="0" hangingPunct="1">
        <a:defRPr sz="755" kern="1200">
          <a:solidFill>
            <a:schemeClr val="tx1"/>
          </a:solidFill>
          <a:latin typeface="+mn-lt"/>
          <a:ea typeface="+mn-ea"/>
          <a:cs typeface="+mn-cs"/>
        </a:defRPr>
      </a:lvl6pPr>
      <a:lvl7pPr marL="1150498" algn="l" defTabSz="383499" rtl="0" eaLnBrk="1" latinLnBrk="0" hangingPunct="1">
        <a:defRPr sz="755" kern="1200">
          <a:solidFill>
            <a:schemeClr val="tx1"/>
          </a:solidFill>
          <a:latin typeface="+mn-lt"/>
          <a:ea typeface="+mn-ea"/>
          <a:cs typeface="+mn-cs"/>
        </a:defRPr>
      </a:lvl7pPr>
      <a:lvl8pPr marL="1342248" algn="l" defTabSz="383499" rtl="0" eaLnBrk="1" latinLnBrk="0" hangingPunct="1">
        <a:defRPr sz="755" kern="1200">
          <a:solidFill>
            <a:schemeClr val="tx1"/>
          </a:solidFill>
          <a:latin typeface="+mn-lt"/>
          <a:ea typeface="+mn-ea"/>
          <a:cs typeface="+mn-cs"/>
        </a:defRPr>
      </a:lvl8pPr>
      <a:lvl9pPr marL="1533997" algn="l" defTabSz="383499" rtl="0" eaLnBrk="1" latinLnBrk="0" hangingPunct="1">
        <a:defRPr sz="7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0B10B64-106A-C3BB-E4B5-BFADB6F8E9EB}"/>
              </a:ext>
            </a:extLst>
          </p:cNvPr>
          <p:cNvSpPr txBox="1"/>
          <p:nvPr/>
        </p:nvSpPr>
        <p:spPr>
          <a:xfrm>
            <a:off x="100738" y="1919530"/>
            <a:ext cx="9652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00" dirty="0">
                <a:solidFill>
                  <a:srgbClr val="04AA6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Cannabis Intelligence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EB9F7D-CB97-BFD4-BB94-876C5F919ADA}"/>
              </a:ext>
            </a:extLst>
          </p:cNvPr>
          <p:cNvSpPr txBox="1"/>
          <p:nvPr/>
        </p:nvSpPr>
        <p:spPr>
          <a:xfrm>
            <a:off x="100739" y="505198"/>
            <a:ext cx="96528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</a:t>
            </a:r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449AEA79-E941-8160-4256-63217DFBC4F9}"/>
              </a:ext>
            </a:extLst>
          </p:cNvPr>
          <p:cNvSpPr/>
          <p:nvPr/>
        </p:nvSpPr>
        <p:spPr>
          <a:xfrm rot="10800000">
            <a:off x="8023811" y="1097510"/>
            <a:ext cx="611076" cy="446591"/>
          </a:xfrm>
          <a:prstGeom prst="triangle">
            <a:avLst>
              <a:gd name="adj" fmla="val 51943"/>
            </a:avLst>
          </a:prstGeom>
          <a:solidFill>
            <a:srgbClr val="04A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6FE024C-32F1-E79A-FB8D-C86377231E09}"/>
              </a:ext>
            </a:extLst>
          </p:cNvPr>
          <p:cNvSpPr/>
          <p:nvPr/>
        </p:nvSpPr>
        <p:spPr>
          <a:xfrm>
            <a:off x="7330570" y="575908"/>
            <a:ext cx="2007031" cy="2011680"/>
          </a:xfrm>
          <a:prstGeom prst="ellipse">
            <a:avLst/>
          </a:prstGeom>
          <a:noFill/>
          <a:ln w="317500">
            <a:solidFill>
              <a:srgbClr val="04AA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E67F915-A028-AE03-8069-0ADF0F8EF05B}"/>
              </a:ext>
            </a:extLst>
          </p:cNvPr>
          <p:cNvSpPr/>
          <p:nvPr/>
        </p:nvSpPr>
        <p:spPr>
          <a:xfrm>
            <a:off x="7918285" y="313526"/>
            <a:ext cx="822128" cy="5829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C01BB3EC-8EF3-85C5-2CF3-1A4D6C0EDDEA}"/>
              </a:ext>
            </a:extLst>
          </p:cNvPr>
          <p:cNvSpPr/>
          <p:nvPr/>
        </p:nvSpPr>
        <p:spPr>
          <a:xfrm>
            <a:off x="8153715" y="187038"/>
            <a:ext cx="360737" cy="916156"/>
          </a:xfrm>
          <a:prstGeom prst="triangle">
            <a:avLst>
              <a:gd name="adj" fmla="val 51943"/>
            </a:avLst>
          </a:prstGeom>
          <a:solidFill>
            <a:srgbClr val="04A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32DE3626-712D-F1DF-1BB6-A9FF282642FA}"/>
              </a:ext>
            </a:extLst>
          </p:cNvPr>
          <p:cNvSpPr/>
          <p:nvPr/>
        </p:nvSpPr>
        <p:spPr>
          <a:xfrm rot="10800000">
            <a:off x="8023811" y="970162"/>
            <a:ext cx="611076" cy="446591"/>
          </a:xfrm>
          <a:prstGeom prst="triangle">
            <a:avLst>
              <a:gd name="adj" fmla="val 51943"/>
            </a:avLst>
          </a:prstGeom>
          <a:solidFill>
            <a:srgbClr val="04A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E6B90D60-2B74-1803-7C20-1DDDF8074717}"/>
              </a:ext>
            </a:extLst>
          </p:cNvPr>
          <p:cNvSpPr/>
          <p:nvPr/>
        </p:nvSpPr>
        <p:spPr>
          <a:xfrm rot="10800000">
            <a:off x="8023811" y="1212042"/>
            <a:ext cx="611076" cy="446591"/>
          </a:xfrm>
          <a:prstGeom prst="triangle">
            <a:avLst>
              <a:gd name="adj" fmla="val 51943"/>
            </a:avLst>
          </a:prstGeom>
          <a:solidFill>
            <a:srgbClr val="04AA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530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180</TotalTime>
  <Words>4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shannon goddard</dc:creator>
  <cp:lastModifiedBy>shannon goddard</cp:lastModifiedBy>
  <cp:revision>2</cp:revision>
  <dcterms:created xsi:type="dcterms:W3CDTF">2026-01-01T23:16:18Z</dcterms:created>
  <dcterms:modified xsi:type="dcterms:W3CDTF">2026-01-02T03:30:30Z</dcterms:modified>
</cp:coreProperties>
</file>